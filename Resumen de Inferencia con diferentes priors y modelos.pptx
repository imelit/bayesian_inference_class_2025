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3F799-7D72-444E-A769-90C77720C463}" v="8" dt="2025-10-21T15:25:53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ELDA TREJO LORENZO" userId="2a46016f-cbd8-42ce-bcc7-6c4669dd7965" providerId="ADAL" clId="{52751F0A-9BCC-4F6B-BA90-2674271A813B}"/>
    <pc:docChg chg="undo custSel addSld modSld">
      <pc:chgData name="IMELDA TREJO LORENZO" userId="2a46016f-cbd8-42ce-bcc7-6c4669dd7965" providerId="ADAL" clId="{52751F0A-9BCC-4F6B-BA90-2674271A813B}" dt="2025-10-21T15:26:47.624" v="203" actId="1076"/>
      <pc:docMkLst>
        <pc:docMk/>
      </pc:docMkLst>
      <pc:sldChg chg="modSp mod">
        <pc:chgData name="IMELDA TREJO LORENZO" userId="2a46016f-cbd8-42ce-bcc7-6c4669dd7965" providerId="ADAL" clId="{52751F0A-9BCC-4F6B-BA90-2674271A813B}" dt="2025-10-21T15:20:46.176" v="129" actId="20577"/>
        <pc:sldMkLst>
          <pc:docMk/>
          <pc:sldMk cId="4165926623" sldId="256"/>
        </pc:sldMkLst>
        <pc:spChg chg="mod">
          <ac:chgData name="IMELDA TREJO LORENZO" userId="2a46016f-cbd8-42ce-bcc7-6c4669dd7965" providerId="ADAL" clId="{52751F0A-9BCC-4F6B-BA90-2674271A813B}" dt="2025-10-21T15:20:46.176" v="129" actId="20577"/>
          <ac:spMkLst>
            <pc:docMk/>
            <pc:sldMk cId="4165926623" sldId="256"/>
            <ac:spMk id="3" creationId="{F441BB1B-9D86-9BCD-E5C1-5A320733D0C4}"/>
          </ac:spMkLst>
        </pc:spChg>
      </pc:sldChg>
      <pc:sldChg chg="modSp mod">
        <pc:chgData name="IMELDA TREJO LORENZO" userId="2a46016f-cbd8-42ce-bcc7-6c4669dd7965" providerId="ADAL" clId="{52751F0A-9BCC-4F6B-BA90-2674271A813B}" dt="2025-10-21T14:49:44.158" v="0" actId="313"/>
        <pc:sldMkLst>
          <pc:docMk/>
          <pc:sldMk cId="1080425009" sldId="257"/>
        </pc:sldMkLst>
        <pc:spChg chg="mod">
          <ac:chgData name="IMELDA TREJO LORENZO" userId="2a46016f-cbd8-42ce-bcc7-6c4669dd7965" providerId="ADAL" clId="{52751F0A-9BCC-4F6B-BA90-2674271A813B}" dt="2025-10-21T14:49:44.158" v="0" actId="313"/>
          <ac:spMkLst>
            <pc:docMk/>
            <pc:sldMk cId="1080425009" sldId="257"/>
            <ac:spMk id="2" creationId="{9C96E0D0-51BA-1CEA-2E9D-98D11BE86059}"/>
          </ac:spMkLst>
        </pc:spChg>
      </pc:sldChg>
      <pc:sldChg chg="addSp delSp modSp mod">
        <pc:chgData name="IMELDA TREJO LORENZO" userId="2a46016f-cbd8-42ce-bcc7-6c4669dd7965" providerId="ADAL" clId="{52751F0A-9BCC-4F6B-BA90-2674271A813B}" dt="2025-10-21T14:54:14.468" v="89" actId="1076"/>
        <pc:sldMkLst>
          <pc:docMk/>
          <pc:sldMk cId="376508781" sldId="258"/>
        </pc:sldMkLst>
        <pc:spChg chg="mod">
          <ac:chgData name="IMELDA TREJO LORENZO" userId="2a46016f-cbd8-42ce-bcc7-6c4669dd7965" providerId="ADAL" clId="{52751F0A-9BCC-4F6B-BA90-2674271A813B}" dt="2025-10-21T14:53:14.815" v="78" actId="1076"/>
          <ac:spMkLst>
            <pc:docMk/>
            <pc:sldMk cId="376508781" sldId="258"/>
            <ac:spMk id="9" creationId="{FDEFFFFA-EED7-9748-1686-F260334734E7}"/>
          </ac:spMkLst>
        </pc:spChg>
        <pc:spChg chg="mod">
          <ac:chgData name="IMELDA TREJO LORENZO" userId="2a46016f-cbd8-42ce-bcc7-6c4669dd7965" providerId="ADAL" clId="{52751F0A-9BCC-4F6B-BA90-2674271A813B}" dt="2025-10-21T14:54:14.468" v="89" actId="1076"/>
          <ac:spMkLst>
            <pc:docMk/>
            <pc:sldMk cId="376508781" sldId="258"/>
            <ac:spMk id="18" creationId="{46DD4A81-3523-0437-BA4D-F32CD7A1328B}"/>
          </ac:spMkLst>
        </pc:spChg>
        <pc:spChg chg="add del mod">
          <ac:chgData name="IMELDA TREJO LORENZO" userId="2a46016f-cbd8-42ce-bcc7-6c4669dd7965" providerId="ADAL" clId="{52751F0A-9BCC-4F6B-BA90-2674271A813B}" dt="2025-10-21T14:53:32.575" v="80" actId="478"/>
          <ac:spMkLst>
            <pc:docMk/>
            <pc:sldMk cId="376508781" sldId="258"/>
            <ac:spMk id="22" creationId="{ECE6CC1B-F399-916B-98B3-A178FF6C2A62}"/>
          </ac:spMkLst>
        </pc:spChg>
        <pc:picChg chg="del">
          <ac:chgData name="IMELDA TREJO LORENZO" userId="2a46016f-cbd8-42ce-bcc7-6c4669dd7965" providerId="ADAL" clId="{52751F0A-9BCC-4F6B-BA90-2674271A813B}" dt="2025-10-21T14:53:24.446" v="79" actId="478"/>
          <ac:picMkLst>
            <pc:docMk/>
            <pc:sldMk cId="376508781" sldId="258"/>
            <ac:picMk id="16" creationId="{213AE98F-1D6E-9C48-7846-7301F6C03E81}"/>
          </ac:picMkLst>
        </pc:picChg>
        <pc:picChg chg="add mod">
          <ac:chgData name="IMELDA TREJO LORENZO" userId="2a46016f-cbd8-42ce-bcc7-6c4669dd7965" providerId="ADAL" clId="{52751F0A-9BCC-4F6B-BA90-2674271A813B}" dt="2025-10-21T14:54:09.581" v="87" actId="14100"/>
          <ac:picMkLst>
            <pc:docMk/>
            <pc:sldMk cId="376508781" sldId="258"/>
            <ac:picMk id="20" creationId="{2E18F81E-2158-AD88-CB13-9732E4E38487}"/>
          </ac:picMkLst>
        </pc:picChg>
      </pc:sldChg>
      <pc:sldChg chg="addSp delSp modSp new mod">
        <pc:chgData name="IMELDA TREJO LORENZO" userId="2a46016f-cbd8-42ce-bcc7-6c4669dd7965" providerId="ADAL" clId="{52751F0A-9BCC-4F6B-BA90-2674271A813B}" dt="2025-10-21T14:55:37" v="93" actId="1076"/>
        <pc:sldMkLst>
          <pc:docMk/>
          <pc:sldMk cId="3936726766" sldId="261"/>
        </pc:sldMkLst>
        <pc:spChg chg="mod">
          <ac:chgData name="IMELDA TREJO LORENZO" userId="2a46016f-cbd8-42ce-bcc7-6c4669dd7965" providerId="ADAL" clId="{52751F0A-9BCC-4F6B-BA90-2674271A813B}" dt="2025-10-21T14:52:22.557" v="73" actId="1076"/>
          <ac:spMkLst>
            <pc:docMk/>
            <pc:sldMk cId="3936726766" sldId="261"/>
            <ac:spMk id="2" creationId="{4CD20747-5B04-1449-F5BC-A8325FB75626}"/>
          </ac:spMkLst>
        </pc:spChg>
        <pc:spChg chg="add del">
          <ac:chgData name="IMELDA TREJO LORENZO" userId="2a46016f-cbd8-42ce-bcc7-6c4669dd7965" providerId="ADAL" clId="{52751F0A-9BCC-4F6B-BA90-2674271A813B}" dt="2025-10-21T14:52:11.825" v="68"/>
          <ac:spMkLst>
            <pc:docMk/>
            <pc:sldMk cId="3936726766" sldId="261"/>
            <ac:spMk id="3" creationId="{47AE8695-9577-BF87-83FE-99C1B1399BE4}"/>
          </ac:spMkLst>
        </pc:spChg>
        <pc:spChg chg="add">
          <ac:chgData name="IMELDA TREJO LORENZO" userId="2a46016f-cbd8-42ce-bcc7-6c4669dd7965" providerId="ADAL" clId="{52751F0A-9BCC-4F6B-BA90-2674271A813B}" dt="2025-10-21T14:51:20.216" v="63"/>
          <ac:spMkLst>
            <pc:docMk/>
            <pc:sldMk cId="3936726766" sldId="261"/>
            <ac:spMk id="4" creationId="{01B038AE-59A0-509A-0DCE-D79CB8F13E5D}"/>
          </ac:spMkLst>
        </pc:spChg>
        <pc:spChg chg="add mod">
          <ac:chgData name="IMELDA TREJO LORENZO" userId="2a46016f-cbd8-42ce-bcc7-6c4669dd7965" providerId="ADAL" clId="{52751F0A-9BCC-4F6B-BA90-2674271A813B}" dt="2025-10-21T14:52:11.820" v="67"/>
          <ac:spMkLst>
            <pc:docMk/>
            <pc:sldMk cId="3936726766" sldId="261"/>
            <ac:spMk id="6" creationId="{B3B737A1-8CCA-5560-3B6E-E85C7FE73ABC}"/>
          </ac:spMkLst>
        </pc:spChg>
        <pc:picChg chg="add del">
          <ac:chgData name="IMELDA TREJO LORENZO" userId="2a46016f-cbd8-42ce-bcc7-6c4669dd7965" providerId="ADAL" clId="{52751F0A-9BCC-4F6B-BA90-2674271A813B}" dt="2025-10-21T14:51:24.236" v="65" actId="478"/>
          <ac:picMkLst>
            <pc:docMk/>
            <pc:sldMk cId="3936726766" sldId="261"/>
            <ac:picMk id="5" creationId="{66BA64EE-83AF-CB9B-183B-AC2EA94A00BD}"/>
          </ac:picMkLst>
        </pc:picChg>
        <pc:picChg chg="add mod">
          <ac:chgData name="IMELDA TREJO LORENZO" userId="2a46016f-cbd8-42ce-bcc7-6c4669dd7965" providerId="ADAL" clId="{52751F0A-9BCC-4F6B-BA90-2674271A813B}" dt="2025-10-21T14:52:23.872" v="74" actId="1076"/>
          <ac:picMkLst>
            <pc:docMk/>
            <pc:sldMk cId="3936726766" sldId="261"/>
            <ac:picMk id="7" creationId="{B1662DAA-538E-2A01-3273-EB87BCD5080F}"/>
          </ac:picMkLst>
        </pc:picChg>
        <pc:picChg chg="add mod">
          <ac:chgData name="IMELDA TREJO LORENZO" userId="2a46016f-cbd8-42ce-bcc7-6c4669dd7965" providerId="ADAL" clId="{52751F0A-9BCC-4F6B-BA90-2674271A813B}" dt="2025-10-21T14:55:37" v="93" actId="1076"/>
          <ac:picMkLst>
            <pc:docMk/>
            <pc:sldMk cId="3936726766" sldId="261"/>
            <ac:picMk id="9" creationId="{371A1B45-A89E-0352-2E79-D51E9BD4DE81}"/>
          </ac:picMkLst>
        </pc:picChg>
      </pc:sldChg>
      <pc:sldChg chg="addSp delSp modSp new mod">
        <pc:chgData name="IMELDA TREJO LORENZO" userId="2a46016f-cbd8-42ce-bcc7-6c4669dd7965" providerId="ADAL" clId="{52751F0A-9BCC-4F6B-BA90-2674271A813B}" dt="2025-10-21T15:26:47.624" v="203" actId="1076"/>
        <pc:sldMkLst>
          <pc:docMk/>
          <pc:sldMk cId="1697384904" sldId="262"/>
        </pc:sldMkLst>
        <pc:spChg chg="mod">
          <ac:chgData name="IMELDA TREJO LORENZO" userId="2a46016f-cbd8-42ce-bcc7-6c4669dd7965" providerId="ADAL" clId="{52751F0A-9BCC-4F6B-BA90-2674271A813B}" dt="2025-10-21T15:26:22.456" v="198" actId="20577"/>
          <ac:spMkLst>
            <pc:docMk/>
            <pc:sldMk cId="1697384904" sldId="262"/>
            <ac:spMk id="2" creationId="{2E60D552-0B1F-B787-83CF-4D7445A6806D}"/>
          </ac:spMkLst>
        </pc:spChg>
        <pc:spChg chg="del">
          <ac:chgData name="IMELDA TREJO LORENZO" userId="2a46016f-cbd8-42ce-bcc7-6c4669dd7965" providerId="ADAL" clId="{52751F0A-9BCC-4F6B-BA90-2674271A813B}" dt="2025-10-21T15:25:44.341" v="131"/>
          <ac:spMkLst>
            <pc:docMk/>
            <pc:sldMk cId="1697384904" sldId="262"/>
            <ac:spMk id="3" creationId="{B33EAD89-922C-5556-91F4-FAC314593B6F}"/>
          </ac:spMkLst>
        </pc:spChg>
        <pc:spChg chg="add mod">
          <ac:chgData name="IMELDA TREJO LORENZO" userId="2a46016f-cbd8-42ce-bcc7-6c4669dd7965" providerId="ADAL" clId="{52751F0A-9BCC-4F6B-BA90-2674271A813B}" dt="2025-10-21T15:26:47.624" v="203" actId="1076"/>
          <ac:spMkLst>
            <pc:docMk/>
            <pc:sldMk cId="1697384904" sldId="262"/>
            <ac:spMk id="6" creationId="{13D9B732-4331-79BB-E0A0-EE7FE7EDFFDB}"/>
          </ac:spMkLst>
        </pc:spChg>
        <pc:picChg chg="add mod">
          <ac:chgData name="IMELDA TREJO LORENZO" userId="2a46016f-cbd8-42ce-bcc7-6c4669dd7965" providerId="ADAL" clId="{52751F0A-9BCC-4F6B-BA90-2674271A813B}" dt="2025-10-21T15:26:44.625" v="202" actId="1076"/>
          <ac:picMkLst>
            <pc:docMk/>
            <pc:sldMk cId="1697384904" sldId="262"/>
            <ac:picMk id="4" creationId="{589FF2B6-4F05-C232-E2A8-7359111596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759E-349E-4F84-BD10-0AE3128A2920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B4903-7152-4156-9859-3609F6156F0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420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B4903-7152-4156-9859-3609F6156F07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4816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530E-E599-F71E-7B17-F384E3143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2F70-9BDE-9567-8510-CF9FA1E02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E1FAA-B576-16F0-B3DF-D91DEAFF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BEEAE-06C5-931D-4094-CB2D01B6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FA08E-1B44-A95E-4E16-BA9FCF38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414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21AC-DB56-5798-0E78-A6359080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FEFD-AED7-7278-775B-45CF2A5FE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BF95-F180-CD5B-4BAE-D204CA32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917A-F423-68F8-2417-43D779CE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A57A-FC30-E994-9729-5AC109E9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978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DC60-70D2-79C2-EB0F-EB5E64FB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A0B5-47B1-1191-746D-54311CBE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6E80-2659-F80C-9AFE-47A2FA7A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A7C35-A78A-FB8C-2F3B-D3679881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83257-B0CB-7BAF-718B-4A0611D1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643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FD98-7283-C03F-42D9-1E1A4101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959D-2470-58BC-A142-A0416473D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2D689-8356-E9DE-6AD7-19F82E870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0E955-F991-951D-DA93-41ABA6FB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43CED-D159-E0B7-816F-641244AB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8C8B9-0244-33FD-6765-DADF8FD9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596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B03C-86CD-0DEE-C08F-E6F5EB60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2B72C-6164-454B-7925-095CF8D59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E6BEE-C7F6-4469-1DAF-D67553788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AF31A-8737-3FD3-E1CF-C14B5EB30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70443-2554-1AB8-AFFE-193BB6E70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A4945-5C91-1F71-FB30-176A418C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C40D7-CB7E-638B-A27B-4205CBA2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75E84-4DB0-D845-D4BF-C0E600B3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154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519F-21E4-5F28-3F13-92DFECEF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AB7CA-08B3-8AAC-2D61-0B55B5B9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F106-5431-F93E-3451-49E8D3F2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8D8F9-CE1B-2E3F-C77D-C04D12BA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63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D841A-C269-D16C-597B-60071A6B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74D33-E82E-A952-0BE2-B9E8780C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C466-238C-B721-4CFF-1B8FC5AE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044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4F88-E138-CC3C-EAFC-5D2C4617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6996C-1BD3-7554-CFAB-7731BA8F8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ABCC-41A2-E318-2429-756304975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3ED8D-3057-ED96-CFCB-25388346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E27A-B314-0B66-5259-CA700B3D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E055B-8DDD-7ABD-BACF-CDCC4830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71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B1E9-C38F-8A52-6443-140EB46D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1E1C8-3CE5-5F0C-B01B-FA631D9D6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A35E3-799B-90EC-229F-0166BC718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5274D-2208-DDC2-7FC6-764D08A2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1260D-6E8C-EB10-99AF-8F64C3A8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E56DE-FADC-644D-547A-BE0F8CF2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901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9F93-137D-BC78-3440-63873140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45E7-E515-4F93-08EE-74AAE339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82439-6724-6C27-9F46-4C4DB187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6CB67-87AB-DC60-208F-CEB07667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CE0D-0DF2-A996-A581-B3C2A46E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634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8A79C-4739-40A3-B751-B9B11CE5E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0A5D8-1472-DB9E-CFDE-0C871E0EE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A969-C7C5-0F7A-0BC3-6D2B27BE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BB1FA-20BD-A957-DED9-D7DE8173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512EF-777D-630E-31F8-A3BE1EAE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691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3F4BB-F4CA-FF09-8ECF-345A1E50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BB91A-30CB-E14C-F7C1-42B5E06FC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47273-A433-FEA2-4B78-48FFE6199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39379-1928-4A65-9873-6BBA3C2F2EF4}" type="datetimeFigureOut">
              <a:rPr lang="es-MX" smtClean="0"/>
              <a:t>21/10/2025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BB659-E7D3-38C9-4E63-F1B8D6CAB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7E45-460A-4733-4A7D-BFEA4D2E4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2DE47-4A43-411A-8F21-0FCF0559BBF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921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0D57-EDA3-9955-2556-BB4324643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Resumen de Inferencia con diferentes </a:t>
            </a:r>
            <a:r>
              <a:rPr lang="es-ES" dirty="0" err="1"/>
              <a:t>priors</a:t>
            </a:r>
            <a:r>
              <a:rPr lang="es-ES" dirty="0"/>
              <a:t> y modelos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1BB1B-9D86-9BCD-E5C1-5A320733D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Octubre 21, 2025</a:t>
            </a:r>
          </a:p>
          <a:p>
            <a:endParaRPr lang="es-ES" dirty="0"/>
          </a:p>
          <a:p>
            <a:r>
              <a:rPr lang="es-ES" dirty="0"/>
              <a:t>Imelda Trejo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6592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E0D0-51BA-1CEA-2E9D-98D11BE8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Accidentes Aéreos</a:t>
            </a:r>
            <a:endParaRPr lang="es-MX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5DFAC-1839-9BB3-D643-73099DF0B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277" y="1349278"/>
            <a:ext cx="10364646" cy="3658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1F215-7AEF-8619-99C8-C59309041636}"/>
              </a:ext>
            </a:extLst>
          </p:cNvPr>
          <p:cNvSpPr txBox="1"/>
          <p:nvPr/>
        </p:nvSpPr>
        <p:spPr>
          <a:xfrm>
            <a:off x="629920" y="5324056"/>
            <a:ext cx="884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Estimar el valor esperado del número de accidentes aéreos. Hipótesis los datos siguen un modelo Poisson </a:t>
            </a:r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7590B-0D18-84B8-D7E7-0B4E88136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338" y="5648594"/>
            <a:ext cx="307700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2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2AEB-9694-36A8-61D4-4B5D8414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</a:t>
            </a:r>
            <a:r>
              <a:rPr lang="es-ES" dirty="0" err="1"/>
              <a:t>poisson</a:t>
            </a:r>
            <a:r>
              <a:rPr lang="es-ES" dirty="0"/>
              <a:t> con un prior no informativo</a:t>
            </a:r>
            <a:endParaRPr lang="es-MX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FFFFA-EED7-9748-1686-F260334734E7}"/>
              </a:ext>
            </a:extLst>
          </p:cNvPr>
          <p:cNvSpPr txBox="1"/>
          <p:nvPr/>
        </p:nvSpPr>
        <p:spPr>
          <a:xfrm>
            <a:off x="1037084" y="607194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Media muestral: 23.8</a:t>
            </a:r>
          </a:p>
          <a:p>
            <a:pPr latinLnBrk="1"/>
            <a:r>
              <a:rPr lang="es-MX" dirty="0"/>
              <a:t>Media posterior:  23.79821  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DD4A81-3523-0437-BA4D-F32CD7A1328B}"/>
              </a:ext>
            </a:extLst>
          </p:cNvPr>
          <p:cNvSpPr txBox="1"/>
          <p:nvPr/>
        </p:nvSpPr>
        <p:spPr>
          <a:xfrm>
            <a:off x="5259324" y="5575963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valor esperado del número de accidentes aéreos tiene una distribución posterior mostrada en la figura, cuyo valor ésta en el intervalo</a:t>
            </a:r>
            <a:r>
              <a:rPr lang="es-MX" dirty="0"/>
              <a:t> (20.87637, 26.88547) con un 95% de credibilidad.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18F81E-2158-AD88-CB13-9732E4E3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1233757"/>
            <a:ext cx="9883142" cy="43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57568-107E-8F92-C909-DAC1D7C4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3E29-9C7D-9CEE-C096-8744DED6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</a:t>
            </a:r>
            <a:r>
              <a:rPr lang="es-ES" dirty="0" err="1"/>
              <a:t>poisson</a:t>
            </a:r>
            <a:r>
              <a:rPr lang="es-ES" dirty="0"/>
              <a:t> con prior Gamma (3,2) </a:t>
            </a:r>
            <a:endParaRPr lang="es-MX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5C258E-CE18-578D-7770-9598F5E2A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151161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620BDC-3DB9-FE9E-D135-FF9CCEFCFDBE}"/>
                  </a:ext>
                </a:extLst>
              </p:cNvPr>
              <p:cNvSpPr txBox="1"/>
              <p:nvPr/>
            </p:nvSpPr>
            <p:spPr>
              <a:xfrm>
                <a:off x="7751064" y="5390963"/>
                <a:ext cx="341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Con prior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𝐺𝑎𝑚𝑚𝑎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(3,2)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620BDC-3DB9-FE9E-D135-FF9CCEFCF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064" y="5390963"/>
                <a:ext cx="3413760" cy="369332"/>
              </a:xfrm>
              <a:prstGeom prst="rect">
                <a:avLst/>
              </a:prstGeom>
              <a:blipFill>
                <a:blip r:embed="rId3"/>
                <a:stretch>
                  <a:fillRect l="-1607" t="-6557" b="-262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178FBA1-760F-FE37-5444-94D38EBB2004}"/>
              </a:ext>
            </a:extLst>
          </p:cNvPr>
          <p:cNvSpPr txBox="1"/>
          <p:nvPr/>
        </p:nvSpPr>
        <p:spPr>
          <a:xfrm>
            <a:off x="838200" y="604202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Media muestral: 23.8</a:t>
            </a:r>
          </a:p>
          <a:p>
            <a:pPr latinLnBrk="1"/>
            <a:r>
              <a:rPr lang="es-MX" dirty="0"/>
              <a:t>Media posterior: 20.024 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D84D1-DB51-4633-BD78-0AB5F0C1B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093" y="1379581"/>
            <a:ext cx="4668774" cy="37877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813ED4-4257-5AFD-77C6-6572770373BF}"/>
              </a:ext>
            </a:extLst>
          </p:cNvPr>
          <p:cNvSpPr txBox="1"/>
          <p:nvPr/>
        </p:nvSpPr>
        <p:spPr>
          <a:xfrm>
            <a:off x="5873242" y="60967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95%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credible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interval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 (17.561 22.60552) </a:t>
            </a:r>
          </a:p>
        </p:txBody>
      </p:sp>
    </p:spTree>
    <p:extLst>
      <p:ext uri="{BB962C8B-B14F-4D97-AF65-F5344CB8AC3E}">
        <p14:creationId xmlns:p14="http://schemas.microsoft.com/office/powerpoint/2010/main" val="82411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4692-3B02-243B-C8F5-8C69EEA3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0283-F35D-E197-4007-F3FCBC53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 de conocimiento previo sobre la distribución Posterior</a:t>
            </a:r>
            <a:endParaRPr lang="es-MX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AE21D-2DD0-FF70-4051-CEFD3BE8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93" y="1379581"/>
            <a:ext cx="4668774" cy="37877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B8EDD1-3E1D-F9ED-B4D9-42A2BE982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93" y="1527238"/>
            <a:ext cx="59055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5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0747-5B04-1449-F5BC-A8325FB7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Accidentes Aéreos con Negativa Binomial</a:t>
            </a:r>
            <a:endParaRPr lang="es-MX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662DAA-538E-2A01-3273-EB87BCD50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88313"/>
            <a:ext cx="6948939" cy="5637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1A1B45-A89E-0352-2E79-D51E9BD4D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139" y="2334212"/>
            <a:ext cx="3916991" cy="90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2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D552-0B1F-B787-83CF-4D7445A6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Accidentes Aéreos con Negativa Binomial y gamma prior para el parámetro de dispersión (r) </a:t>
            </a:r>
            <a:endParaRPr lang="es-MX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9FF2B6-4F05-C232-E2A8-735911159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189" y="1423289"/>
            <a:ext cx="536347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9B732-4331-79BB-E0A0-EE7FE7EDFFDB}"/>
              </a:ext>
            </a:extLst>
          </p:cNvPr>
          <p:cNvSpPr txBox="1"/>
          <p:nvPr/>
        </p:nvSpPr>
        <p:spPr>
          <a:xfrm>
            <a:off x="2608326" y="61235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95%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credible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interval</a:t>
            </a:r>
            <a:r>
              <a:rPr lang="es-MX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 16.07054 37.95417 </a:t>
            </a:r>
          </a:p>
        </p:txBody>
      </p:sp>
    </p:spTree>
    <p:extLst>
      <p:ext uri="{BB962C8B-B14F-4D97-AF65-F5344CB8AC3E}">
        <p14:creationId xmlns:p14="http://schemas.microsoft.com/office/powerpoint/2010/main" val="169738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153</Words>
  <Application>Microsoft Office PowerPoint</Application>
  <PresentationFormat>Widescreen</PresentationFormat>
  <Paragraphs>20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Lucida Console</vt:lpstr>
      <vt:lpstr>Office Theme</vt:lpstr>
      <vt:lpstr>Resumen de Inferencia con diferentes priors y modelos</vt:lpstr>
      <vt:lpstr>Accidentes Aéreos</vt:lpstr>
      <vt:lpstr>Modelo poisson con un prior no informativo</vt:lpstr>
      <vt:lpstr>Modelo poisson con prior Gamma (3,2) </vt:lpstr>
      <vt:lpstr>Impacto de conocimiento previo sobre la distribución Posterior</vt:lpstr>
      <vt:lpstr>Accidentes Aéreos con Negativa Binomial</vt:lpstr>
      <vt:lpstr>Accidentes Aéreos con Negativa Binomial y gamma prior para el parámetro de dispersión (r)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IMELDA TREJO LORENZO</dc:creator>
  <cp:lastModifiedBy>IMELDA TREJO LORENZO</cp:lastModifiedBy>
  <cp:revision>1</cp:revision>
  <dcterms:created xsi:type="dcterms:W3CDTF">2025-10-21T14:16:40Z</dcterms:created>
  <dcterms:modified xsi:type="dcterms:W3CDTF">2025-10-21T15:26:47Z</dcterms:modified>
</cp:coreProperties>
</file>